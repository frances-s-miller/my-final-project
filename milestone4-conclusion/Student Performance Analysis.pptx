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80" r:id="rId22"/>
    <p:sldId id="276" r:id="rId23"/>
    <p:sldId id="277" r:id="rId24"/>
    <p:sldId id="278" r:id="rId25"/>
    <p:sldId id="279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6F945-DE86-43B1-A3E1-C2C861C260AB}" v="273" dt="2026-03-10T22:44:40.763"/>
    <p1510:client id="{F2ACCD8E-9C29-41F7-8A3F-761BF67006E8}" v="38" dt="2026-03-11T11:34:30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 Miller" userId="dfaef5a06c85c07b" providerId="LiveId" clId="{8876DEAE-A4CB-434E-8811-1A03C35A0924}"/>
    <pc:docChg chg="undo custSel addSld delSld modSld sldOrd">
      <pc:chgData name="Frances Miller" userId="dfaef5a06c85c07b" providerId="LiveId" clId="{8876DEAE-A4CB-434E-8811-1A03C35A0924}" dt="2026-03-11T11:47:38.513" v="1453" actId="1076"/>
      <pc:docMkLst>
        <pc:docMk/>
      </pc:docMkLst>
      <pc:sldChg chg="modSp mod">
        <pc:chgData name="Frances Miller" userId="dfaef5a06c85c07b" providerId="LiveId" clId="{8876DEAE-A4CB-434E-8811-1A03C35A0924}" dt="2026-03-10T22:43:40.894" v="1191"/>
        <pc:sldMkLst>
          <pc:docMk/>
          <pc:sldMk cId="2060399376" sldId="257"/>
        </pc:sldMkLst>
        <pc:spChg chg="mod">
          <ac:chgData name="Frances Miller" userId="dfaef5a06c85c07b" providerId="LiveId" clId="{8876DEAE-A4CB-434E-8811-1A03C35A0924}" dt="2026-03-10T22:43:40.894" v="1191"/>
          <ac:spMkLst>
            <pc:docMk/>
            <pc:sldMk cId="2060399376" sldId="257"/>
            <ac:spMk id="3" creationId="{2488A70E-C608-0ABD-F56A-317C424A2883}"/>
          </ac:spMkLst>
        </pc:spChg>
      </pc:sldChg>
      <pc:sldChg chg="modAnim">
        <pc:chgData name="Frances Miller" userId="dfaef5a06c85c07b" providerId="LiveId" clId="{8876DEAE-A4CB-434E-8811-1A03C35A0924}" dt="2026-03-10T21:43:33.292" v="574"/>
        <pc:sldMkLst>
          <pc:docMk/>
          <pc:sldMk cId="2272277119" sldId="258"/>
        </pc:sldMkLst>
      </pc:sldChg>
      <pc:sldChg chg="modAnim">
        <pc:chgData name="Frances Miller" userId="dfaef5a06c85c07b" providerId="LiveId" clId="{8876DEAE-A4CB-434E-8811-1A03C35A0924}" dt="2026-03-10T23:36:50.484" v="1197"/>
        <pc:sldMkLst>
          <pc:docMk/>
          <pc:sldMk cId="1995270887" sldId="259"/>
        </pc:sldMkLst>
      </pc:sldChg>
      <pc:sldChg chg="modSp mod modAnim">
        <pc:chgData name="Frances Miller" userId="dfaef5a06c85c07b" providerId="LiveId" clId="{8876DEAE-A4CB-434E-8811-1A03C35A0924}" dt="2026-03-10T21:46:08.307" v="577"/>
        <pc:sldMkLst>
          <pc:docMk/>
          <pc:sldMk cId="444364383" sldId="260"/>
        </pc:sldMkLst>
        <pc:spChg chg="mod">
          <ac:chgData name="Frances Miller" userId="dfaef5a06c85c07b" providerId="LiveId" clId="{8876DEAE-A4CB-434E-8811-1A03C35A0924}" dt="2026-03-10T00:25:19.360" v="127" actId="255"/>
          <ac:spMkLst>
            <pc:docMk/>
            <pc:sldMk cId="444364383" sldId="260"/>
            <ac:spMk id="3" creationId="{C1EE6185-BA76-0B34-6101-90283C05CC39}"/>
          </ac:spMkLst>
        </pc:spChg>
      </pc:sldChg>
      <pc:sldChg chg="modSp mod modAnim">
        <pc:chgData name="Frances Miller" userId="dfaef5a06c85c07b" providerId="LiveId" clId="{8876DEAE-A4CB-434E-8811-1A03C35A0924}" dt="2026-03-10T23:38:00.277" v="1200" actId="14100"/>
        <pc:sldMkLst>
          <pc:docMk/>
          <pc:sldMk cId="3233628416" sldId="264"/>
        </pc:sldMkLst>
        <pc:spChg chg="mod">
          <ac:chgData name="Frances Miller" userId="dfaef5a06c85c07b" providerId="LiveId" clId="{8876DEAE-A4CB-434E-8811-1A03C35A0924}" dt="2026-03-10T23:38:00.277" v="1200" actId="14100"/>
          <ac:spMkLst>
            <pc:docMk/>
            <pc:sldMk cId="3233628416" sldId="264"/>
            <ac:spMk id="3" creationId="{A3C1A141-2C09-DC61-01C9-B815CB7C8A61}"/>
          </ac:spMkLst>
        </pc:spChg>
      </pc:sldChg>
      <pc:sldChg chg="addSp delSp modSp mod">
        <pc:chgData name="Frances Miller" userId="dfaef5a06c85c07b" providerId="LiveId" clId="{8876DEAE-A4CB-434E-8811-1A03C35A0924}" dt="2026-03-11T11:12:49.996" v="1318" actId="255"/>
        <pc:sldMkLst>
          <pc:docMk/>
          <pc:sldMk cId="448013582" sldId="266"/>
        </pc:sldMkLst>
        <pc:spChg chg="mod">
          <ac:chgData name="Frances Miller" userId="dfaef5a06c85c07b" providerId="LiveId" clId="{8876DEAE-A4CB-434E-8811-1A03C35A0924}" dt="2026-03-11T11:12:49.996" v="1318" actId="255"/>
          <ac:spMkLst>
            <pc:docMk/>
            <pc:sldMk cId="448013582" sldId="266"/>
            <ac:spMk id="3" creationId="{03B743F3-9AC9-F116-5E10-255EE3EFA741}"/>
          </ac:spMkLst>
        </pc:spChg>
        <pc:picChg chg="add del mod">
          <ac:chgData name="Frances Miller" userId="dfaef5a06c85c07b" providerId="LiveId" clId="{8876DEAE-A4CB-434E-8811-1A03C35A0924}" dt="2026-03-10T00:38:34.448" v="182" actId="478"/>
          <ac:picMkLst>
            <pc:docMk/>
            <pc:sldMk cId="448013582" sldId="266"/>
            <ac:picMk id="5" creationId="{993D7B24-8B11-D690-F117-7F1DB31BD498}"/>
          </ac:picMkLst>
        </pc:picChg>
      </pc:sldChg>
      <pc:sldChg chg="addSp delSp modSp new mod">
        <pc:chgData name="Frances Miller" userId="dfaef5a06c85c07b" providerId="LiveId" clId="{8876DEAE-A4CB-434E-8811-1A03C35A0924}" dt="2026-03-10T00:30:15.778" v="154" actId="255"/>
        <pc:sldMkLst>
          <pc:docMk/>
          <pc:sldMk cId="897385903" sldId="267"/>
        </pc:sldMkLst>
        <pc:spChg chg="mod">
          <ac:chgData name="Frances Miller" userId="dfaef5a06c85c07b" providerId="LiveId" clId="{8876DEAE-A4CB-434E-8811-1A03C35A0924}" dt="2026-03-10T00:30:15.778" v="154" actId="255"/>
          <ac:spMkLst>
            <pc:docMk/>
            <pc:sldMk cId="897385903" sldId="267"/>
            <ac:spMk id="2" creationId="{8896B642-B4BE-9C17-FD15-4F87302591FA}"/>
          </ac:spMkLst>
        </pc:spChg>
        <pc:picChg chg="add mod ord">
          <ac:chgData name="Frances Miller" userId="dfaef5a06c85c07b" providerId="LiveId" clId="{8876DEAE-A4CB-434E-8811-1A03C35A0924}" dt="2026-03-06T01:20:02.989" v="4" actId="14100"/>
          <ac:picMkLst>
            <pc:docMk/>
            <pc:sldMk cId="897385903" sldId="267"/>
            <ac:picMk id="5" creationId="{71A8E2DA-36D7-23BF-2C3C-7A6CB44F2CBB}"/>
          </ac:picMkLst>
        </pc:picChg>
      </pc:sldChg>
      <pc:sldChg chg="addSp delSp modSp new mod">
        <pc:chgData name="Frances Miller" userId="dfaef5a06c85c07b" providerId="LiveId" clId="{8876DEAE-A4CB-434E-8811-1A03C35A0924}" dt="2026-03-06T01:22:49.702" v="62" actId="14100"/>
        <pc:sldMkLst>
          <pc:docMk/>
          <pc:sldMk cId="3529862321" sldId="268"/>
        </pc:sldMkLst>
        <pc:spChg chg="mod">
          <ac:chgData name="Frances Miller" userId="dfaef5a06c85c07b" providerId="LiveId" clId="{8876DEAE-A4CB-434E-8811-1A03C35A0924}" dt="2026-03-06T01:21:44.381" v="46" actId="20577"/>
          <ac:spMkLst>
            <pc:docMk/>
            <pc:sldMk cId="3529862321" sldId="268"/>
            <ac:spMk id="2" creationId="{A8F15AC9-B3A1-8900-4709-3CE737F1D1B4}"/>
          </ac:spMkLst>
        </pc:spChg>
        <pc:picChg chg="add mod ord">
          <ac:chgData name="Frances Miller" userId="dfaef5a06c85c07b" providerId="LiveId" clId="{8876DEAE-A4CB-434E-8811-1A03C35A0924}" dt="2026-03-06T01:22:49.702" v="62" actId="14100"/>
          <ac:picMkLst>
            <pc:docMk/>
            <pc:sldMk cId="3529862321" sldId="268"/>
            <ac:picMk id="5" creationId="{FD5510D3-162E-AA23-6050-1B6FC7FCCE6B}"/>
          </ac:picMkLst>
        </pc:picChg>
      </pc:sldChg>
      <pc:sldChg chg="addSp delSp modSp new mod">
        <pc:chgData name="Frances Miller" userId="dfaef5a06c85c07b" providerId="LiveId" clId="{8876DEAE-A4CB-434E-8811-1A03C35A0924}" dt="2026-03-06T01:23:33.756" v="66" actId="1076"/>
        <pc:sldMkLst>
          <pc:docMk/>
          <pc:sldMk cId="898047081" sldId="269"/>
        </pc:sldMkLst>
        <pc:spChg chg="mod">
          <ac:chgData name="Frances Miller" userId="dfaef5a06c85c07b" providerId="LiveId" clId="{8876DEAE-A4CB-434E-8811-1A03C35A0924}" dt="2026-03-06T01:23:20.980" v="64" actId="20577"/>
          <ac:spMkLst>
            <pc:docMk/>
            <pc:sldMk cId="898047081" sldId="269"/>
            <ac:spMk id="2" creationId="{FC234F0E-4AE7-490D-6516-821241232AAD}"/>
          </ac:spMkLst>
        </pc:spChg>
        <pc:picChg chg="add mod ord">
          <ac:chgData name="Frances Miller" userId="dfaef5a06c85c07b" providerId="LiveId" clId="{8876DEAE-A4CB-434E-8811-1A03C35A0924}" dt="2026-03-06T01:23:33.756" v="66" actId="1076"/>
          <ac:picMkLst>
            <pc:docMk/>
            <pc:sldMk cId="898047081" sldId="269"/>
            <ac:picMk id="5" creationId="{D9DCCC94-9AA9-AFBC-5302-6AEACB2737B6}"/>
          </ac:picMkLst>
        </pc:picChg>
      </pc:sldChg>
      <pc:sldChg chg="addSp delSp modSp new mod">
        <pc:chgData name="Frances Miller" userId="dfaef5a06c85c07b" providerId="LiveId" clId="{8876DEAE-A4CB-434E-8811-1A03C35A0924}" dt="2026-03-10T00:47:21.569" v="218" actId="14100"/>
        <pc:sldMkLst>
          <pc:docMk/>
          <pc:sldMk cId="4150020298" sldId="270"/>
        </pc:sldMkLst>
        <pc:spChg chg="mod">
          <ac:chgData name="Frances Miller" userId="dfaef5a06c85c07b" providerId="LiveId" clId="{8876DEAE-A4CB-434E-8811-1A03C35A0924}" dt="2026-03-10T00:31:31.049" v="159" actId="27636"/>
          <ac:spMkLst>
            <pc:docMk/>
            <pc:sldMk cId="4150020298" sldId="270"/>
            <ac:spMk id="2" creationId="{0737FC4B-CC2A-320B-90AB-FFC83D5FDF94}"/>
          </ac:spMkLst>
        </pc:spChg>
        <pc:spChg chg="del">
          <ac:chgData name="Frances Miller" userId="dfaef5a06c85c07b" providerId="LiveId" clId="{8876DEAE-A4CB-434E-8811-1A03C35A0924}" dt="2026-03-10T00:37:05.088" v="173" actId="22"/>
          <ac:spMkLst>
            <pc:docMk/>
            <pc:sldMk cId="4150020298" sldId="270"/>
            <ac:spMk id="3" creationId="{E2A6CC17-F1D0-EBCC-03D8-E4319298CE94}"/>
          </ac:spMkLst>
        </pc:spChg>
        <pc:spChg chg="add del mod">
          <ac:chgData name="Frances Miller" userId="dfaef5a06c85c07b" providerId="LiveId" clId="{8876DEAE-A4CB-434E-8811-1A03C35A0924}" dt="2026-03-10T00:38:07.792" v="178"/>
          <ac:spMkLst>
            <pc:docMk/>
            <pc:sldMk cId="4150020298" sldId="270"/>
            <ac:spMk id="6" creationId="{9F224341-7BC0-AC62-2C6C-EADC9FD28908}"/>
          </ac:spMkLst>
        </pc:spChg>
        <pc:spChg chg="add del mod">
          <ac:chgData name="Frances Miller" userId="dfaef5a06c85c07b" providerId="LiveId" clId="{8876DEAE-A4CB-434E-8811-1A03C35A0924}" dt="2026-03-10T00:45:04.179" v="207" actId="22"/>
          <ac:spMkLst>
            <pc:docMk/>
            <pc:sldMk cId="4150020298" sldId="270"/>
            <ac:spMk id="8" creationId="{BBB92E54-760B-D333-C75E-8D3CF3A258D3}"/>
          </ac:spMkLst>
        </pc:spChg>
        <pc:spChg chg="add del mod">
          <ac:chgData name="Frances Miller" userId="dfaef5a06c85c07b" providerId="LiveId" clId="{8876DEAE-A4CB-434E-8811-1A03C35A0924}" dt="2026-03-10T00:46:37.419" v="212" actId="22"/>
          <ac:spMkLst>
            <pc:docMk/>
            <pc:sldMk cId="4150020298" sldId="270"/>
            <ac:spMk id="12" creationId="{0ADE74F1-F2D1-8C01-7D38-58FFDFF130B1}"/>
          </ac:spMkLst>
        </pc:spChg>
        <pc:picChg chg="add del mod ord">
          <ac:chgData name="Frances Miller" userId="dfaef5a06c85c07b" providerId="LiveId" clId="{8876DEAE-A4CB-434E-8811-1A03C35A0924}" dt="2026-03-10T00:44:02.178" v="206" actId="478"/>
          <ac:picMkLst>
            <pc:docMk/>
            <pc:sldMk cId="4150020298" sldId="270"/>
            <ac:picMk id="5" creationId="{DBC867C4-479A-0FDF-1E31-B822D7766918}"/>
          </ac:picMkLst>
        </pc:picChg>
        <pc:picChg chg="add del mod ord">
          <ac:chgData name="Frances Miller" userId="dfaef5a06c85c07b" providerId="LiveId" clId="{8876DEAE-A4CB-434E-8811-1A03C35A0924}" dt="2026-03-10T00:45:14.988" v="211" actId="478"/>
          <ac:picMkLst>
            <pc:docMk/>
            <pc:sldMk cId="4150020298" sldId="270"/>
            <ac:picMk id="10" creationId="{D678EF92-66A4-BFB2-E36F-9671026FAE6C}"/>
          </ac:picMkLst>
        </pc:picChg>
        <pc:picChg chg="add mod ord">
          <ac:chgData name="Frances Miller" userId="dfaef5a06c85c07b" providerId="LiveId" clId="{8876DEAE-A4CB-434E-8811-1A03C35A0924}" dt="2026-03-10T00:46:41.796" v="214" actId="14100"/>
          <ac:picMkLst>
            <pc:docMk/>
            <pc:sldMk cId="4150020298" sldId="270"/>
            <ac:picMk id="14" creationId="{15732735-199B-94C9-5CEF-FDD54B970D2C}"/>
          </ac:picMkLst>
        </pc:picChg>
        <pc:picChg chg="add mod">
          <ac:chgData name="Frances Miller" userId="dfaef5a06c85c07b" providerId="LiveId" clId="{8876DEAE-A4CB-434E-8811-1A03C35A0924}" dt="2026-03-10T00:47:21.569" v="218" actId="14100"/>
          <ac:picMkLst>
            <pc:docMk/>
            <pc:sldMk cId="4150020298" sldId="270"/>
            <ac:picMk id="16" creationId="{F6BEA338-6534-282B-1311-544F222BC75C}"/>
          </ac:picMkLst>
        </pc:picChg>
      </pc:sldChg>
      <pc:sldChg chg="modSp new mod modAnim">
        <pc:chgData name="Frances Miller" userId="dfaef5a06c85c07b" providerId="LiveId" clId="{8876DEAE-A4CB-434E-8811-1A03C35A0924}" dt="2026-03-10T22:40:44.718" v="1163" actId="20577"/>
        <pc:sldMkLst>
          <pc:docMk/>
          <pc:sldMk cId="3092751438" sldId="271"/>
        </pc:sldMkLst>
        <pc:spChg chg="mod">
          <ac:chgData name="Frances Miller" userId="dfaef5a06c85c07b" providerId="LiveId" clId="{8876DEAE-A4CB-434E-8811-1A03C35A0924}" dt="2026-03-10T22:40:44.718" v="1163" actId="20577"/>
          <ac:spMkLst>
            <pc:docMk/>
            <pc:sldMk cId="3092751438" sldId="271"/>
            <ac:spMk id="2" creationId="{FA0C07B4-05DA-5593-74D8-36F084E562FB}"/>
          </ac:spMkLst>
        </pc:spChg>
        <pc:spChg chg="mod">
          <ac:chgData name="Frances Miller" userId="dfaef5a06c85c07b" providerId="LiveId" clId="{8876DEAE-A4CB-434E-8811-1A03C35A0924}" dt="2026-03-10T00:33:55.798" v="172" actId="122"/>
          <ac:spMkLst>
            <pc:docMk/>
            <pc:sldMk cId="3092751438" sldId="271"/>
            <ac:spMk id="3" creationId="{51C163F8-9280-61A4-FC4B-C3E07630C7F0}"/>
          </ac:spMkLst>
        </pc:spChg>
      </pc:sldChg>
      <pc:sldChg chg="addSp delSp modSp new mod">
        <pc:chgData name="Frances Miller" userId="dfaef5a06c85c07b" providerId="LiveId" clId="{8876DEAE-A4CB-434E-8811-1A03C35A0924}" dt="2026-03-10T23:39:11.113" v="1220" actId="20577"/>
        <pc:sldMkLst>
          <pc:docMk/>
          <pc:sldMk cId="1092848816" sldId="272"/>
        </pc:sldMkLst>
        <pc:spChg chg="mod">
          <ac:chgData name="Frances Miller" userId="dfaef5a06c85c07b" providerId="LiveId" clId="{8876DEAE-A4CB-434E-8811-1A03C35A0924}" dt="2026-03-10T23:39:11.113" v="1220" actId="20577"/>
          <ac:spMkLst>
            <pc:docMk/>
            <pc:sldMk cId="1092848816" sldId="272"/>
            <ac:spMk id="2" creationId="{EFCA6AAD-C91B-DCF7-566E-E79DFA9A67B2}"/>
          </ac:spMkLst>
        </pc:spChg>
        <pc:spChg chg="del">
          <ac:chgData name="Frances Miller" userId="dfaef5a06c85c07b" providerId="LiveId" clId="{8876DEAE-A4CB-434E-8811-1A03C35A0924}" dt="2026-03-10T00:39:42.844" v="184" actId="22"/>
          <ac:spMkLst>
            <pc:docMk/>
            <pc:sldMk cId="1092848816" sldId="272"/>
            <ac:spMk id="3" creationId="{EB2C865A-3156-6274-9EF5-E43D2C5FA9A9}"/>
          </ac:spMkLst>
        </pc:spChg>
        <pc:picChg chg="add mod ord">
          <ac:chgData name="Frances Miller" userId="dfaef5a06c85c07b" providerId="LiveId" clId="{8876DEAE-A4CB-434E-8811-1A03C35A0924}" dt="2026-03-10T00:43:18.592" v="188" actId="14100"/>
          <ac:picMkLst>
            <pc:docMk/>
            <pc:sldMk cId="1092848816" sldId="272"/>
            <ac:picMk id="5" creationId="{5476F374-5742-A558-49D5-03E66B9F1795}"/>
          </ac:picMkLst>
        </pc:picChg>
        <pc:picChg chg="add mod">
          <ac:chgData name="Frances Miller" userId="dfaef5a06c85c07b" providerId="LiveId" clId="{8876DEAE-A4CB-434E-8811-1A03C35A0924}" dt="2026-03-10T00:43:14.137" v="187" actId="1076"/>
          <ac:picMkLst>
            <pc:docMk/>
            <pc:sldMk cId="1092848816" sldId="272"/>
            <ac:picMk id="7" creationId="{419201F7-53D7-DBB7-2677-27DCD05FC9AF}"/>
          </ac:picMkLst>
        </pc:picChg>
      </pc:sldChg>
      <pc:sldChg chg="modSp new mod">
        <pc:chgData name="Frances Miller" userId="dfaef5a06c85c07b" providerId="LiveId" clId="{8876DEAE-A4CB-434E-8811-1A03C35A0924}" dt="2026-03-11T11:47:38.513" v="1453" actId="1076"/>
        <pc:sldMkLst>
          <pc:docMk/>
          <pc:sldMk cId="2191562736" sldId="273"/>
        </pc:sldMkLst>
        <pc:spChg chg="mod">
          <ac:chgData name="Frances Miller" userId="dfaef5a06c85c07b" providerId="LiveId" clId="{8876DEAE-A4CB-434E-8811-1A03C35A0924}" dt="2026-03-11T11:47:35.516" v="1452" actId="1076"/>
          <ac:spMkLst>
            <pc:docMk/>
            <pc:sldMk cId="2191562736" sldId="273"/>
            <ac:spMk id="2" creationId="{7B42A850-2090-49F9-795A-C49AA8529378}"/>
          </ac:spMkLst>
        </pc:spChg>
        <pc:spChg chg="mod">
          <ac:chgData name="Frances Miller" userId="dfaef5a06c85c07b" providerId="LiveId" clId="{8876DEAE-A4CB-434E-8811-1A03C35A0924}" dt="2026-03-11T11:47:38.513" v="1453" actId="1076"/>
          <ac:spMkLst>
            <pc:docMk/>
            <pc:sldMk cId="2191562736" sldId="273"/>
            <ac:spMk id="3" creationId="{51694DC1-597F-3DFE-CCD6-F33864362A0C}"/>
          </ac:spMkLst>
        </pc:spChg>
      </pc:sldChg>
      <pc:sldChg chg="addSp delSp modSp new mod modAnim">
        <pc:chgData name="Frances Miller" userId="dfaef5a06c85c07b" providerId="LiveId" clId="{8876DEAE-A4CB-434E-8811-1A03C35A0924}" dt="2026-03-11T11:22:09.209" v="1335" actId="20577"/>
        <pc:sldMkLst>
          <pc:docMk/>
          <pc:sldMk cId="3978315041" sldId="274"/>
        </pc:sldMkLst>
        <pc:spChg chg="add mod">
          <ac:chgData name="Frances Miller" userId="dfaef5a06c85c07b" providerId="LiveId" clId="{8876DEAE-A4CB-434E-8811-1A03C35A0924}" dt="2026-03-10T22:16:50.976" v="618" actId="947"/>
          <ac:spMkLst>
            <pc:docMk/>
            <pc:sldMk cId="3978315041" sldId="274"/>
            <ac:spMk id="2" creationId="{6777B6D9-15A9-95B5-5F9F-4754C64CCB29}"/>
          </ac:spMkLst>
        </pc:spChg>
        <pc:spChg chg="del">
          <ac:chgData name="Frances Miller" userId="dfaef5a06c85c07b" providerId="LiveId" clId="{8876DEAE-A4CB-434E-8811-1A03C35A0924}" dt="2026-03-10T00:50:38.116" v="256" actId="478"/>
          <ac:spMkLst>
            <pc:docMk/>
            <pc:sldMk cId="3978315041" sldId="274"/>
            <ac:spMk id="2" creationId="{7A894865-162A-2944-4ED1-49E5003651DF}"/>
          </ac:spMkLst>
        </pc:spChg>
        <pc:spChg chg="mod">
          <ac:chgData name="Frances Miller" userId="dfaef5a06c85c07b" providerId="LiveId" clId="{8876DEAE-A4CB-434E-8811-1A03C35A0924}" dt="2026-03-10T22:15:22.078" v="612" actId="20577"/>
          <ac:spMkLst>
            <pc:docMk/>
            <pc:sldMk cId="3978315041" sldId="274"/>
            <ac:spMk id="3" creationId="{3B4A7254-F0A3-3DEB-4182-4C171E9DE6A8}"/>
          </ac:spMkLst>
        </pc:spChg>
        <pc:spChg chg="add mod">
          <ac:chgData name="Frances Miller" userId="dfaef5a06c85c07b" providerId="LiveId" clId="{8876DEAE-A4CB-434E-8811-1A03C35A0924}" dt="2026-03-11T11:22:09.209" v="1335" actId="20577"/>
          <ac:spMkLst>
            <pc:docMk/>
            <pc:sldMk cId="3978315041" sldId="274"/>
            <ac:spMk id="5" creationId="{90ADF4BF-EA3C-E651-BB75-CD641DECF4E5}"/>
          </ac:spMkLst>
        </pc:spChg>
        <pc:picChg chg="add mod">
          <ac:chgData name="Frances Miller" userId="dfaef5a06c85c07b" providerId="LiveId" clId="{8876DEAE-A4CB-434E-8811-1A03C35A0924}" dt="2026-03-10T22:16:03" v="613" actId="1076"/>
          <ac:picMkLst>
            <pc:docMk/>
            <pc:sldMk cId="3978315041" sldId="274"/>
            <ac:picMk id="4" creationId="{A29E3EBA-190F-6A1F-83BF-269B88C02298}"/>
          </ac:picMkLst>
        </pc:picChg>
      </pc:sldChg>
      <pc:sldChg chg="modSp new mod modAnim">
        <pc:chgData name="Frances Miller" userId="dfaef5a06c85c07b" providerId="LiveId" clId="{8876DEAE-A4CB-434E-8811-1A03C35A0924}" dt="2026-03-10T22:29:25.897" v="1031" actId="20577"/>
        <pc:sldMkLst>
          <pc:docMk/>
          <pc:sldMk cId="388365741" sldId="275"/>
        </pc:sldMkLst>
        <pc:spChg chg="mod">
          <ac:chgData name="Frances Miller" userId="dfaef5a06c85c07b" providerId="LiveId" clId="{8876DEAE-A4CB-434E-8811-1A03C35A0924}" dt="2026-03-10T22:20:02.757" v="735" actId="20577"/>
          <ac:spMkLst>
            <pc:docMk/>
            <pc:sldMk cId="388365741" sldId="275"/>
            <ac:spMk id="2" creationId="{816E3353-11C5-D000-4912-464CA57A9A19}"/>
          </ac:spMkLst>
        </pc:spChg>
        <pc:spChg chg="mod">
          <ac:chgData name="Frances Miller" userId="dfaef5a06c85c07b" providerId="LiveId" clId="{8876DEAE-A4CB-434E-8811-1A03C35A0924}" dt="2026-03-10T22:29:25.897" v="1031" actId="20577"/>
          <ac:spMkLst>
            <pc:docMk/>
            <pc:sldMk cId="388365741" sldId="275"/>
            <ac:spMk id="3" creationId="{72C1B985-CE27-58E4-1E6A-DA0C48CEDD20}"/>
          </ac:spMkLst>
        </pc:spChg>
      </pc:sldChg>
      <pc:sldChg chg="modSp new mod modAnim">
        <pc:chgData name="Frances Miller" userId="dfaef5a06c85c07b" providerId="LiveId" clId="{8876DEAE-A4CB-434E-8811-1A03C35A0924}" dt="2026-03-11T11:32:10.718" v="1352"/>
        <pc:sldMkLst>
          <pc:docMk/>
          <pc:sldMk cId="510266635" sldId="276"/>
        </pc:sldMkLst>
        <pc:spChg chg="mod">
          <ac:chgData name="Frances Miller" userId="dfaef5a06c85c07b" providerId="LiveId" clId="{8876DEAE-A4CB-434E-8811-1A03C35A0924}" dt="2026-03-10T01:06:30.601" v="412" actId="20577"/>
          <ac:spMkLst>
            <pc:docMk/>
            <pc:sldMk cId="510266635" sldId="276"/>
            <ac:spMk id="2" creationId="{2F7A657E-076E-0281-461B-CE2BD7118925}"/>
          </ac:spMkLst>
        </pc:spChg>
        <pc:spChg chg="mod">
          <ac:chgData name="Frances Miller" userId="dfaef5a06c85c07b" providerId="LiveId" clId="{8876DEAE-A4CB-434E-8811-1A03C35A0924}" dt="2026-03-11T11:31:24.364" v="1348" actId="5793"/>
          <ac:spMkLst>
            <pc:docMk/>
            <pc:sldMk cId="510266635" sldId="276"/>
            <ac:spMk id="3" creationId="{FCFE3AB6-D59C-F8AD-3561-1AD24A9E4FAF}"/>
          </ac:spMkLst>
        </pc:spChg>
      </pc:sldChg>
      <pc:sldChg chg="addSp modSp new mod modAnim">
        <pc:chgData name="Frances Miller" userId="dfaef5a06c85c07b" providerId="LiveId" clId="{8876DEAE-A4CB-434E-8811-1A03C35A0924}" dt="2026-03-11T11:34:30.202" v="1411"/>
        <pc:sldMkLst>
          <pc:docMk/>
          <pc:sldMk cId="3345369100" sldId="277"/>
        </pc:sldMkLst>
        <pc:spChg chg="mod">
          <ac:chgData name="Frances Miller" userId="dfaef5a06c85c07b" providerId="LiveId" clId="{8876DEAE-A4CB-434E-8811-1A03C35A0924}" dt="2026-03-11T11:33:36.742" v="1408" actId="20577"/>
          <ac:spMkLst>
            <pc:docMk/>
            <pc:sldMk cId="3345369100" sldId="277"/>
            <ac:spMk id="2" creationId="{9C0E8440-0A2E-102B-1911-DB347077A568}"/>
          </ac:spMkLst>
        </pc:spChg>
        <pc:spChg chg="mod">
          <ac:chgData name="Frances Miller" userId="dfaef5a06c85c07b" providerId="LiveId" clId="{8876DEAE-A4CB-434E-8811-1A03C35A0924}" dt="2026-03-10T01:09:35.780" v="429" actId="20577"/>
          <ac:spMkLst>
            <pc:docMk/>
            <pc:sldMk cId="3345369100" sldId="277"/>
            <ac:spMk id="3" creationId="{84D6331F-967B-A912-F810-5C8242C936E3}"/>
          </ac:spMkLst>
        </pc:spChg>
        <pc:spChg chg="add mod">
          <ac:chgData name="Frances Miller" userId="dfaef5a06c85c07b" providerId="LiveId" clId="{8876DEAE-A4CB-434E-8811-1A03C35A0924}" dt="2026-03-10T01:18:25.121" v="524" actId="122"/>
          <ac:spMkLst>
            <pc:docMk/>
            <pc:sldMk cId="3345369100" sldId="277"/>
            <ac:spMk id="5" creationId="{2D162A6D-989A-6D6C-9A70-2BA41C8EA4B7}"/>
          </ac:spMkLst>
        </pc:spChg>
      </pc:sldChg>
      <pc:sldChg chg="addSp delSp modSp new mod">
        <pc:chgData name="Frances Miller" userId="dfaef5a06c85c07b" providerId="LiveId" clId="{8876DEAE-A4CB-434E-8811-1A03C35A0924}" dt="2026-03-10T01:18:32.115" v="526" actId="478"/>
        <pc:sldMkLst>
          <pc:docMk/>
          <pc:sldMk cId="3380185852" sldId="278"/>
        </pc:sldMkLst>
        <pc:spChg chg="mod">
          <ac:chgData name="Frances Miller" userId="dfaef5a06c85c07b" providerId="LiveId" clId="{8876DEAE-A4CB-434E-8811-1A03C35A0924}" dt="2026-03-10T01:16:02.571" v="512" actId="20577"/>
          <ac:spMkLst>
            <pc:docMk/>
            <pc:sldMk cId="3380185852" sldId="278"/>
            <ac:spMk id="2" creationId="{21471573-53C7-BF71-5D11-143AC82B1CB2}"/>
          </ac:spMkLst>
        </pc:spChg>
        <pc:spChg chg="mod">
          <ac:chgData name="Frances Miller" userId="dfaef5a06c85c07b" providerId="LiveId" clId="{8876DEAE-A4CB-434E-8811-1A03C35A0924}" dt="2026-03-10T01:10:13.387" v="435" actId="122"/>
          <ac:spMkLst>
            <pc:docMk/>
            <pc:sldMk cId="3380185852" sldId="278"/>
            <ac:spMk id="3" creationId="{B9A04479-782E-840B-2950-470393877B69}"/>
          </ac:spMkLst>
        </pc:spChg>
        <pc:spChg chg="add del mod">
          <ac:chgData name="Frances Miller" userId="dfaef5a06c85c07b" providerId="LiveId" clId="{8876DEAE-A4CB-434E-8811-1A03C35A0924}" dt="2026-03-10T01:18:32.115" v="526" actId="478"/>
          <ac:spMkLst>
            <pc:docMk/>
            <pc:sldMk cId="3380185852" sldId="278"/>
            <ac:spMk id="5" creationId="{74A42330-1942-203A-2F2F-02C1CA8B837D}"/>
          </ac:spMkLst>
        </pc:spChg>
      </pc:sldChg>
      <pc:sldChg chg="addSp delSp modSp new mod">
        <pc:chgData name="Frances Miller" userId="dfaef5a06c85c07b" providerId="LiveId" clId="{8876DEAE-A4CB-434E-8811-1A03C35A0924}" dt="2026-03-10T01:10:44.247" v="439" actId="1076"/>
        <pc:sldMkLst>
          <pc:docMk/>
          <pc:sldMk cId="1650166661" sldId="279"/>
        </pc:sldMkLst>
        <pc:spChg chg="del">
          <ac:chgData name="Frances Miller" userId="dfaef5a06c85c07b" providerId="LiveId" clId="{8876DEAE-A4CB-434E-8811-1A03C35A0924}" dt="2026-03-10T01:10:35.896" v="437"/>
          <ac:spMkLst>
            <pc:docMk/>
            <pc:sldMk cId="1650166661" sldId="279"/>
            <ac:spMk id="3" creationId="{2E6749F1-8858-5CE9-0921-6D2122C54497}"/>
          </ac:spMkLst>
        </pc:spChg>
        <pc:picChg chg="add mod">
          <ac:chgData name="Frances Miller" userId="dfaef5a06c85c07b" providerId="LiveId" clId="{8876DEAE-A4CB-434E-8811-1A03C35A0924}" dt="2026-03-10T01:10:44.247" v="439" actId="1076"/>
          <ac:picMkLst>
            <pc:docMk/>
            <pc:sldMk cId="1650166661" sldId="279"/>
            <ac:picMk id="4" creationId="{9B0D9255-CABE-58E9-FC82-4913A0AB3916}"/>
          </ac:picMkLst>
        </pc:picChg>
      </pc:sldChg>
      <pc:sldChg chg="modSp new mod">
        <pc:chgData name="Frances Miller" userId="dfaef5a06c85c07b" providerId="LiveId" clId="{8876DEAE-A4CB-434E-8811-1A03C35A0924}" dt="2026-03-10T22:42:30.549" v="1186" actId="20577"/>
        <pc:sldMkLst>
          <pc:docMk/>
          <pc:sldMk cId="553314868" sldId="280"/>
        </pc:sldMkLst>
        <pc:spChg chg="mod">
          <ac:chgData name="Frances Miller" userId="dfaef5a06c85c07b" providerId="LiveId" clId="{8876DEAE-A4CB-434E-8811-1A03C35A0924}" dt="2026-03-10T22:26:59.399" v="946" actId="20577"/>
          <ac:spMkLst>
            <pc:docMk/>
            <pc:sldMk cId="553314868" sldId="280"/>
            <ac:spMk id="2" creationId="{0FAD5780-CA35-F427-1222-68BF35D38A64}"/>
          </ac:spMkLst>
        </pc:spChg>
        <pc:spChg chg="mod">
          <ac:chgData name="Frances Miller" userId="dfaef5a06c85c07b" providerId="LiveId" clId="{8876DEAE-A4CB-434E-8811-1A03C35A0924}" dt="2026-03-10T22:42:30.549" v="1186" actId="20577"/>
          <ac:spMkLst>
            <pc:docMk/>
            <pc:sldMk cId="553314868" sldId="280"/>
            <ac:spMk id="3" creationId="{8F53C8D4-51FB-39F4-6975-660B37C2246B}"/>
          </ac:spMkLst>
        </pc:spChg>
      </pc:sldChg>
      <pc:sldChg chg="modSp new del mod">
        <pc:chgData name="Frances Miller" userId="dfaef5a06c85c07b" providerId="LiveId" clId="{8876DEAE-A4CB-434E-8811-1A03C35A0924}" dt="2026-03-10T22:19:51.837" v="671" actId="2696"/>
        <pc:sldMkLst>
          <pc:docMk/>
          <pc:sldMk cId="3045850025" sldId="280"/>
        </pc:sldMkLst>
        <pc:spChg chg="mod">
          <ac:chgData name="Frances Miller" userId="dfaef5a06c85c07b" providerId="LiveId" clId="{8876DEAE-A4CB-434E-8811-1A03C35A0924}" dt="2026-03-10T22:19:35.474" v="670" actId="20577"/>
          <ac:spMkLst>
            <pc:docMk/>
            <pc:sldMk cId="3045850025" sldId="280"/>
            <ac:spMk id="2" creationId="{AB40DA94-610A-8A00-E1A9-C125AE33A3A0}"/>
          </ac:spMkLst>
        </pc:spChg>
      </pc:sldChg>
      <pc:sldChg chg="modSp new del">
        <pc:chgData name="Frances Miller" userId="dfaef5a06c85c07b" providerId="LiveId" clId="{8876DEAE-A4CB-434E-8811-1A03C35A0924}" dt="2026-03-10T01:18:38.511" v="527" actId="2696"/>
        <pc:sldMkLst>
          <pc:docMk/>
          <pc:sldMk cId="4277232271" sldId="280"/>
        </pc:sldMkLst>
        <pc:spChg chg="mod">
          <ac:chgData name="Frances Miller" userId="dfaef5a06c85c07b" providerId="LiveId" clId="{8876DEAE-A4CB-434E-8811-1A03C35A0924}" dt="2026-03-10T01:17:14.622" v="514"/>
          <ac:spMkLst>
            <pc:docMk/>
            <pc:sldMk cId="4277232271" sldId="280"/>
            <ac:spMk id="3" creationId="{C2BE89B8-DF8C-FC7D-A8C6-7E66EB40606A}"/>
          </ac:spMkLst>
        </pc:spChg>
      </pc:sldChg>
      <pc:sldChg chg="addSp modSp new mod ord">
        <pc:chgData name="Frances Miller" userId="dfaef5a06c85c07b" providerId="LiveId" clId="{8876DEAE-A4CB-434E-8811-1A03C35A0924}" dt="2026-03-10T22:43:24.507" v="1188"/>
        <pc:sldMkLst>
          <pc:docMk/>
          <pc:sldMk cId="1581233626" sldId="281"/>
        </pc:sldMkLst>
        <pc:spChg chg="mod">
          <ac:chgData name="Frances Miller" userId="dfaef5a06c85c07b" providerId="LiveId" clId="{8876DEAE-A4CB-434E-8811-1A03C35A0924}" dt="2026-03-10T22:36:35.653" v="1113" actId="20577"/>
          <ac:spMkLst>
            <pc:docMk/>
            <pc:sldMk cId="1581233626" sldId="281"/>
            <ac:spMk id="2" creationId="{FC36D069-47CB-1306-F087-4B98C8277179}"/>
          </ac:spMkLst>
        </pc:spChg>
        <pc:spChg chg="mod">
          <ac:chgData name="Frances Miller" userId="dfaef5a06c85c07b" providerId="LiveId" clId="{8876DEAE-A4CB-434E-8811-1A03C35A0924}" dt="2026-03-10T22:38:27.599" v="1156" actId="14100"/>
          <ac:spMkLst>
            <pc:docMk/>
            <pc:sldMk cId="1581233626" sldId="281"/>
            <ac:spMk id="3" creationId="{78D1E354-8E9D-521F-3CE8-7D25C28D7845}"/>
          </ac:spMkLst>
        </pc:spChg>
        <pc:picChg chg="add mod">
          <ac:chgData name="Frances Miller" userId="dfaef5a06c85c07b" providerId="LiveId" clId="{8876DEAE-A4CB-434E-8811-1A03C35A0924}" dt="2026-03-10T22:38:16.160" v="1155" actId="1076"/>
          <ac:picMkLst>
            <pc:docMk/>
            <pc:sldMk cId="1581233626" sldId="281"/>
            <ac:picMk id="5" creationId="{DFB82C01-3A7D-4670-8F0F-43472C3CBA6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76674-63CF-AF51-1DAD-7C4AAC8B5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1D2F4-5D04-3015-D3F4-2B23D8D0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83BAF-60F4-9F92-C28D-F35239E0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4618-8096-2E5A-4F15-9CDE8F05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406B0-0591-73BA-ED6F-E9BA83CC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09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1D40-36B5-ECE1-2C46-2011656F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D5132-8BDB-2E6B-6E8F-6217AC17C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3DD18-4293-B6A5-910B-30CE9C7D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816EB-B83E-43A7-863B-BFAEFC6E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7485-1C35-81F2-8563-A0C26448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5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DDFAC-4623-8FAC-2A67-0BA6F81BF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18F41-99B6-CB28-DD35-5402F94F9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C7D85-50E3-B0BE-D13C-3B98756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B7454-D562-C2AE-3D7B-98E4C137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6FD45-A238-62A2-797E-F1322A5C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8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9DFF-95AB-86AD-EF9D-4A9233D5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2A3F1-EDDF-2D8C-811D-B3F3C52A7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08E10-1557-F664-89F4-C21CEB067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A72A4-260A-054A-A86C-2F76CBE3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604FC-AC81-9831-FD09-970E3384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D3A78-DB8F-00E1-562C-E6A23BAA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2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4E5B-B222-539B-646F-DAC97B81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6F0E3-14A1-2C59-5E02-5D0516BA7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C0C52-5E88-6EF7-0C40-D980237DA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4C957-8321-9CD3-2ECF-67743C3E2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651FB6-E1C3-CC1F-402B-E433A9442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3F0032-F414-6DB1-1277-37FF155B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9246E-AD16-59CB-2089-27F1A884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B41B96-2EFF-1F2E-DB0F-3B56ABC2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6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F0C9-6824-CD87-36AE-568539169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BE5CB-E562-11B3-47CD-0A9AB9DB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45C36-F434-587F-EEDD-99CC6403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B282-C6AF-AFD0-D140-D9B6EDA9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4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AE271-05E4-E966-D99D-8CB0C8B4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32AE4-CAB0-6373-935C-964F4050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78E3B-16B9-9CDC-41AF-EAEFDA76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99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BC228-BF32-C39E-A1F1-8F4E1474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030A2-1103-0900-71EE-C0C5100FF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4689E-F2DD-482A-82AC-AC1E1C7E8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D2978-97AC-04BE-A490-F7B16CECE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9722E-7CB5-3F3E-9ACF-73B4E12C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FBDCB-A956-15BB-1079-FBC606D3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4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AE3D-80B7-B428-63BA-D579895C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8215B-F03E-C826-D5A2-59C660DA0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6509D-E5CB-5235-F3D1-A81BEBF20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A791C-C28C-CBB3-DB13-93BDF47F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C05BC-DA17-8BA9-67EB-63C4495F0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81576-AC66-2BCC-FEDF-1B1F1899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0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25C8-E65D-8DE0-0E2C-A0C1D908F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A0566-89F4-3D4F-FA2A-26A6FA452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3D06D-4CF4-FD58-B669-97C288CB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ED302-A50A-B068-51B8-45434F80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3B35C-7ACF-3B17-5E24-4386D0EE7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9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95FB62-6589-E13F-9CD3-3FE8CE45E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693D6-13CE-27BE-6E86-F5AAD2DF7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566BB-43CE-C80E-D40A-E3B17601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80AB-08E7-7834-CAAC-1FA80248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7EF89-A9FD-08CB-3CB2-38E31F56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8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1654D-1152-8E61-4BC5-C2AEDD35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A895A-0C60-AC22-FB6B-160FF3414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71A32-B1B9-FD74-1038-A34F42274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23321-10E0-47E4-AA3F-B2AA29E8936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D9AD8-EF43-4BE4-3DB6-E0CCA774B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D4FB0-BFEC-2397-DF36-B0108B64D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5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9F043-0597-25A7-76F3-42418FC0AB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Student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441D9-7EE0-082A-660C-EDC8BDBC27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1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81EE-5792-9E29-AFB4-468A6325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8A70E-C608-0ABD-F56A-317C424A2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Research Question</a:t>
            </a:r>
          </a:p>
          <a:p>
            <a:r>
              <a:rPr lang="en-US" dirty="0"/>
              <a:t>Data Source</a:t>
            </a:r>
          </a:p>
          <a:p>
            <a:r>
              <a:rPr lang="en-US" dirty="0"/>
              <a:t>Data Preparation</a:t>
            </a:r>
          </a:p>
          <a:p>
            <a:r>
              <a:rPr lang="en-US" dirty="0"/>
              <a:t>EDA</a:t>
            </a:r>
          </a:p>
          <a:p>
            <a:r>
              <a:rPr lang="en-US" dirty="0"/>
              <a:t>Inference for a Correlation</a:t>
            </a:r>
          </a:p>
          <a:p>
            <a:r>
              <a:rPr lang="en-US" dirty="0"/>
              <a:t>Predictions - Machine Learning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Running my notebook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39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0EF6-8AC1-0ACD-11D4-7274A6D6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2ADB0-E713-1C1A-8E11-4C47D902E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b="1" dirty="0"/>
              <a:t>How do study methods compare for across math, science, and English?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7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6557-8760-1C26-4196-E2BA1664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47EDF-C04D-E621-0633-A5C54816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Kaggle: </a:t>
            </a:r>
            <a:r>
              <a:rPr lang="en-US" u="sng" dirty="0"/>
              <a:t>Student Performance Data Set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individually structured student records</a:t>
            </a:r>
          </a:p>
          <a:p>
            <a:r>
              <a:rPr lang="en-US" dirty="0"/>
              <a:t>demographic profile, educational background, learning habits, and academic performance</a:t>
            </a:r>
          </a:p>
          <a:p>
            <a:r>
              <a:rPr lang="en-US" dirty="0"/>
              <a:t>combines behavioral, environmental, and academic factors</a:t>
            </a:r>
          </a:p>
          <a:p>
            <a:r>
              <a:rPr lang="en-US" dirty="0"/>
              <a:t>it suitable for a wide range of educational and analytical applications</a:t>
            </a:r>
          </a:p>
          <a:p>
            <a:r>
              <a:rPr lang="en-US" dirty="0"/>
              <a:t>25000 Rows, Clean, Balance, and Ready for Immediate Download</a:t>
            </a:r>
          </a:p>
        </p:txBody>
      </p:sp>
    </p:spTree>
    <p:extLst>
      <p:ext uri="{BB962C8B-B14F-4D97-AF65-F5344CB8AC3E}">
        <p14:creationId xmlns:p14="http://schemas.microsoft.com/office/powerpoint/2010/main" val="199527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A83D0-0D76-00D7-404E-4DD389A18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2257"/>
            <a:ext cx="10515600" cy="5534706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student_id</a:t>
            </a:r>
            <a:r>
              <a:rPr lang="en-US" dirty="0"/>
              <a:t>   # of unique student id’s is 15000            </a:t>
            </a:r>
          </a:p>
          <a:p>
            <a:r>
              <a:rPr lang="en-US" dirty="0"/>
              <a:t>age 14 -19                      </a:t>
            </a:r>
          </a:p>
          <a:p>
            <a:r>
              <a:rPr lang="en-US" dirty="0"/>
              <a:t>gender  - male, female, other             </a:t>
            </a:r>
          </a:p>
          <a:p>
            <a:r>
              <a:rPr lang="en-US" dirty="0" err="1"/>
              <a:t>school_type</a:t>
            </a:r>
            <a:r>
              <a:rPr lang="en-US" dirty="0"/>
              <a:t>    'public' 'private' </a:t>
            </a:r>
          </a:p>
          <a:p>
            <a:r>
              <a:rPr lang="en-US" dirty="0" err="1"/>
              <a:t>parent_education</a:t>
            </a:r>
            <a:r>
              <a:rPr lang="en-US" dirty="0"/>
              <a:t>  'post graduate' 'graduate' 'high school' 'no formal' 'diploma' '</a:t>
            </a:r>
            <a:r>
              <a:rPr lang="en-US" dirty="0" err="1"/>
              <a:t>phd</a:t>
            </a:r>
            <a:r>
              <a:rPr lang="en-US" dirty="0"/>
              <a:t>'         </a:t>
            </a:r>
          </a:p>
          <a:p>
            <a:r>
              <a:rPr lang="en-US" dirty="0" err="1"/>
              <a:t>study_hours</a:t>
            </a:r>
            <a:r>
              <a:rPr lang="en-US" dirty="0"/>
              <a:t>  0.5 – 8.0               </a:t>
            </a:r>
          </a:p>
          <a:p>
            <a:r>
              <a:rPr lang="en-US" dirty="0" err="1"/>
              <a:t>attendance_percentage</a:t>
            </a:r>
            <a:r>
              <a:rPr lang="en-US" dirty="0"/>
              <a:t>  50 – 100 %     </a:t>
            </a:r>
          </a:p>
          <a:p>
            <a:r>
              <a:rPr lang="en-US" dirty="0" err="1"/>
              <a:t>internet_access</a:t>
            </a:r>
            <a:r>
              <a:rPr lang="en-US" dirty="0"/>
              <a:t>     '</a:t>
            </a:r>
            <a:r>
              <a:rPr lang="en-US" dirty="0" err="1"/>
              <a:t>yes'</a:t>
            </a:r>
            <a:r>
              <a:rPr lang="en-US" dirty="0"/>
              <a:t> 'no'      </a:t>
            </a:r>
          </a:p>
          <a:p>
            <a:r>
              <a:rPr lang="en-US" dirty="0" err="1"/>
              <a:t>travel_time</a:t>
            </a:r>
            <a:r>
              <a:rPr lang="en-US" dirty="0"/>
              <a:t>       '&lt;15 min' '&gt;60 min' '15-30 min' '30-60 min'        </a:t>
            </a:r>
          </a:p>
          <a:p>
            <a:r>
              <a:rPr lang="en-US" dirty="0" err="1"/>
              <a:t>extra_activities</a:t>
            </a:r>
            <a:r>
              <a:rPr lang="en-US" dirty="0"/>
              <a:t>    '</a:t>
            </a:r>
            <a:r>
              <a:rPr lang="en-US" dirty="0" err="1"/>
              <a:t>yes'</a:t>
            </a:r>
            <a:r>
              <a:rPr lang="en-US" dirty="0"/>
              <a:t> 'no'      </a:t>
            </a:r>
          </a:p>
          <a:p>
            <a:r>
              <a:rPr lang="en-US" dirty="0" err="1"/>
              <a:t>study_method</a:t>
            </a:r>
            <a:r>
              <a:rPr lang="en-US" dirty="0"/>
              <a:t>  'notes' 'textbook' 'group study' 'coaching' 'mixed' 'online videos'          </a:t>
            </a:r>
          </a:p>
          <a:p>
            <a:r>
              <a:rPr lang="en-US" dirty="0" err="1"/>
              <a:t>math_score</a:t>
            </a:r>
            <a:r>
              <a:rPr lang="en-US" dirty="0"/>
              <a:t>    high score = 100, low score = 0                </a:t>
            </a:r>
          </a:p>
          <a:p>
            <a:r>
              <a:rPr lang="en-US" dirty="0" err="1"/>
              <a:t>science_score</a:t>
            </a:r>
            <a:r>
              <a:rPr lang="en-US" dirty="0"/>
              <a:t>    high score = 100, low score = 0         </a:t>
            </a:r>
          </a:p>
          <a:p>
            <a:r>
              <a:rPr lang="en-US" dirty="0" err="1"/>
              <a:t>english_score</a:t>
            </a:r>
            <a:r>
              <a:rPr lang="en-US" dirty="0"/>
              <a:t>      high score = 100, low score = 0       </a:t>
            </a:r>
          </a:p>
          <a:p>
            <a:r>
              <a:rPr lang="en-US" dirty="0" err="1"/>
              <a:t>overall_score</a:t>
            </a:r>
            <a:r>
              <a:rPr lang="en-US" dirty="0"/>
              <a:t>     high score = 100, low score = 14.5        </a:t>
            </a:r>
          </a:p>
          <a:p>
            <a:r>
              <a:rPr lang="en-US" dirty="0" err="1"/>
              <a:t>final_grade</a:t>
            </a:r>
            <a:r>
              <a:rPr lang="en-US" dirty="0"/>
              <a:t>  ['e' 'd' 'b' 'f' 'c' 'a']  - I am not sure what an “e” grade is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28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6514-B728-52BD-6101-2899F054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E6185-BA76-0B34-6101-90283C05C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Eliminated 10,000 duplicates</a:t>
            </a:r>
          </a:p>
          <a:p>
            <a:r>
              <a:rPr lang="en-US" sz="3600" dirty="0"/>
              <a:t>Verified that there was no missing data</a:t>
            </a:r>
          </a:p>
          <a:p>
            <a:r>
              <a:rPr lang="en-US" sz="3600" dirty="0"/>
              <a:t>Did Univariate Analysis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36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48F2-23FF-4DCC-8087-3C6FC8EA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Analyis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C90E8-895E-E6C1-027B-C1D9ACF0D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Bar charts for Categorical Variables -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CA955-E77C-A39A-B11B-50A0C2F05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13" y="3189011"/>
            <a:ext cx="3091414" cy="2406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4A962F-6160-C0E9-7201-AC21E7C63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65" y="3189011"/>
            <a:ext cx="3217340" cy="2406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75BF3C-E656-5449-DD3D-CAA797005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243" y="3189011"/>
            <a:ext cx="2882728" cy="240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01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453D-429D-202F-09E0-0F9E3735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D9F6A-42CC-B646-F4AF-49E0E37EA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Histograms for Numerical Variables -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7F74E-56AD-BED2-D3B7-76D087330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80" y="3012567"/>
            <a:ext cx="10864839" cy="264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06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A141-2C09-DC61-01C9-B815CB7C8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1009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/>
              <a:t>I began to question my choice of Data Set</a:t>
            </a:r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It turns out it is synthetically generated.</a:t>
            </a:r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UGH</a:t>
            </a:r>
          </a:p>
        </p:txBody>
      </p:sp>
    </p:spTree>
    <p:extLst>
      <p:ext uri="{BB962C8B-B14F-4D97-AF65-F5344CB8AC3E}">
        <p14:creationId xmlns:p14="http://schemas.microsoft.com/office/powerpoint/2010/main" val="323362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6A298-864E-29BD-5186-C30D5E96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 of scores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F866E8-4873-8CF2-BB08-BB17364D2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8029" y="1651266"/>
            <a:ext cx="7913914" cy="475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42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2D57-0E84-61B3-6ABF-A338C1C7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743F3-9AC9-F116-5E10-255EE3EFA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Bivariate Analysis</a:t>
            </a:r>
          </a:p>
          <a:p>
            <a:r>
              <a:rPr lang="en-US" sz="3200" dirty="0"/>
              <a:t>Number vs categorical</a:t>
            </a:r>
          </a:p>
          <a:p>
            <a:r>
              <a:rPr lang="en-US" sz="3200" dirty="0"/>
              <a:t>Number vs number</a:t>
            </a:r>
          </a:p>
          <a:p>
            <a:r>
              <a:rPr lang="en-US" sz="3200" dirty="0"/>
              <a:t>Categorical vs categorical</a:t>
            </a:r>
          </a:p>
        </p:txBody>
      </p:sp>
    </p:spTree>
    <p:extLst>
      <p:ext uri="{BB962C8B-B14F-4D97-AF65-F5344CB8AC3E}">
        <p14:creationId xmlns:p14="http://schemas.microsoft.com/office/powerpoint/2010/main" val="448013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B642-B4BE-9C17-FD15-4F873025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Box/Violin Plots for Numerical VS Categorical 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A8E2DA-36D7-23BF-2C3C-7A6CB44F2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951" y="2347970"/>
            <a:ext cx="9276812" cy="337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85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6AAD-C91B-DCF7-566E-E79DFA9A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rest….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76F374-5742-A558-49D5-03E66B9F1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275" y="2289423"/>
            <a:ext cx="4496164" cy="3791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9201F7-53D7-DBB7-2677-27DCD05F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681" y="2289423"/>
            <a:ext cx="4330923" cy="37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48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5AC9-B3A1-8900-4709-3CE737F1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Matric for Numerical Values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5510D3-162E-AA23-6050-1B6FC7FCC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371" y="1346075"/>
            <a:ext cx="6411686" cy="535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62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4F0E-4AE7-490D-6516-82124123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DCCC94-9AA9-AFBC-5302-6AEACB273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342" y="2136603"/>
            <a:ext cx="9758601" cy="315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47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FC4B-CC2A-320B-90AB-FFC83D5F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Relationships between Categorical Variables</a:t>
            </a:r>
            <a:br>
              <a:rPr lang="en-US" b="1" dirty="0"/>
            </a:b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5732735-199B-94C9-5CEF-FDD54B970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765" y="2225613"/>
            <a:ext cx="4170664" cy="34893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BEA338-6534-282B-1311-544F222BC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870" y="2225613"/>
            <a:ext cx="4628955" cy="348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20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07B4-05DA-5593-74D8-36F084E5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163F8-9280-61A4-FC4B-C3E07630C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dirty="0"/>
              <a:t>Going forward, I will be focusing on the predictive value of </a:t>
            </a:r>
            <a:r>
              <a:rPr lang="en-US" sz="4000" dirty="0" err="1"/>
              <a:t>study_hours</a:t>
            </a:r>
            <a:r>
              <a:rPr lang="en-US" sz="4000" dirty="0"/>
              <a:t> and </a:t>
            </a:r>
            <a:r>
              <a:rPr lang="en-US" sz="4000" dirty="0" err="1"/>
              <a:t>attendance_percentage</a:t>
            </a:r>
            <a:r>
              <a:rPr lang="en-US" sz="4000" dirty="0"/>
              <a:t> on scores.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75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A850-2090-49F9-795A-C49AA8529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3542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Hypothesis Testing for a Correlation: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        Overall Score versus Study Hours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94DC1-597F-3DFE-CCD6-F33864362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n-US" b="1" dirty="0"/>
              <a:t>Null Hypothesis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The correlation between </a:t>
            </a:r>
            <a:r>
              <a:rPr lang="en-US" dirty="0" err="1"/>
              <a:t>overall_score</a:t>
            </a:r>
            <a:r>
              <a:rPr lang="en-US" dirty="0"/>
              <a:t> and </a:t>
            </a:r>
            <a:r>
              <a:rPr lang="en-US" dirty="0" err="1"/>
              <a:t>study_hours</a:t>
            </a:r>
            <a:r>
              <a:rPr lang="en-US" dirty="0"/>
              <a:t> is 0.</a:t>
            </a:r>
          </a:p>
          <a:p>
            <a:endParaRPr lang="en-US" dirty="0"/>
          </a:p>
          <a:p>
            <a:r>
              <a:rPr lang="en-US" b="1" dirty="0"/>
              <a:t>Alternative Hypothesis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A positive correlation exists between </a:t>
            </a:r>
            <a:r>
              <a:rPr lang="en-US" dirty="0" err="1"/>
              <a:t>overall_score</a:t>
            </a:r>
            <a:r>
              <a:rPr lang="en-US" dirty="0"/>
              <a:t> and </a:t>
            </a:r>
            <a:r>
              <a:rPr lang="en-US" dirty="0" err="1"/>
              <a:t>study_hours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562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A7254-F0A3-3DEB-4182-4C171E9DE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6" y="643731"/>
            <a:ext cx="10515600" cy="5942126"/>
          </a:xfrm>
        </p:spPr>
        <p:txBody>
          <a:bodyPr/>
          <a:lstStyle/>
          <a:p>
            <a:r>
              <a:rPr lang="en-US" dirty="0"/>
              <a:t>The sample correlation  coefficient is 0.9058848411126499</a:t>
            </a:r>
          </a:p>
          <a:p>
            <a:r>
              <a:rPr lang="en-US" dirty="0"/>
              <a:t>Histogram of 10000 simulated sample Correlations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E3EBA-190F-6A1F-83BF-269B88C02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13" y="1797089"/>
            <a:ext cx="4711700" cy="3492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ADF4BF-EA3C-E651-BB75-CD641DECF4E5}"/>
              </a:ext>
            </a:extLst>
          </p:cNvPr>
          <p:cNvSpPr txBox="1"/>
          <p:nvPr/>
        </p:nvSpPr>
        <p:spPr>
          <a:xfrm>
            <a:off x="1616369" y="5723262"/>
            <a:ext cx="94781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There is evidence to conclude that there is correlation between </a:t>
            </a:r>
            <a:r>
              <a:rPr lang="en-US" sz="2400" dirty="0" err="1"/>
              <a:t>study_hours</a:t>
            </a:r>
            <a:r>
              <a:rPr lang="en-US" sz="2400" dirty="0"/>
              <a:t> and </a:t>
            </a:r>
            <a:r>
              <a:rPr lang="en-US" sz="2400" dirty="0" err="1"/>
              <a:t>overall_score</a:t>
            </a:r>
            <a:r>
              <a:rPr lang="en-US" sz="2400" dirty="0"/>
              <a:t>.</a:t>
            </a:r>
          </a:p>
          <a:p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7B6D9-15A9-95B5-5F9F-4754C64CCB29}"/>
              </a:ext>
            </a:extLst>
          </p:cNvPr>
          <p:cNvSpPr txBox="1"/>
          <p:nvPr/>
        </p:nvSpPr>
        <p:spPr>
          <a:xfrm>
            <a:off x="6927575" y="2425147"/>
            <a:ext cx="3657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P-Value = 0</a:t>
            </a:r>
          </a:p>
        </p:txBody>
      </p:sp>
    </p:spTree>
    <p:extLst>
      <p:ext uri="{BB962C8B-B14F-4D97-AF65-F5344CB8AC3E}">
        <p14:creationId xmlns:p14="http://schemas.microsoft.com/office/powerpoint/2010/main" val="397831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3353-11C5-D000-4912-464CA57A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Machine Learning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B985-CE27-58E4-1E6A-DA0C48CED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730"/>
            <a:ext cx="10515600" cy="49246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Data was split into training and test </a:t>
            </a:r>
            <a:r>
              <a:rPr lang="en-US" b="1" dirty="0" err="1"/>
              <a:t>dataframes</a:t>
            </a:r>
            <a:r>
              <a:rPr lang="en-US" b="1" dirty="0"/>
              <a:t>.  12000, 3000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Linear Regression Models – </a:t>
            </a:r>
            <a:r>
              <a:rPr lang="en-US" dirty="0"/>
              <a:t>target is </a:t>
            </a:r>
            <a:r>
              <a:rPr lang="en-US" dirty="0" err="1"/>
              <a:t>overall_all</a:t>
            </a:r>
            <a:r>
              <a:rPr lang="en-US" dirty="0"/>
              <a:t> score</a:t>
            </a:r>
          </a:p>
          <a:p>
            <a:r>
              <a:rPr lang="en-US" dirty="0" err="1"/>
              <a:t>overall_score</a:t>
            </a:r>
            <a:r>
              <a:rPr lang="en-US" dirty="0"/>
              <a:t> versus </a:t>
            </a:r>
            <a:r>
              <a:rPr lang="en-US" dirty="0" err="1"/>
              <a:t>study_hours</a:t>
            </a:r>
            <a:endParaRPr lang="en-US" dirty="0"/>
          </a:p>
          <a:p>
            <a:r>
              <a:rPr lang="en-US" dirty="0" err="1"/>
              <a:t>overall_score</a:t>
            </a:r>
            <a:r>
              <a:rPr lang="en-US" dirty="0"/>
              <a:t> versus </a:t>
            </a:r>
            <a:r>
              <a:rPr lang="en-US" dirty="0" err="1"/>
              <a:t>attendance_percentage</a:t>
            </a:r>
            <a:endParaRPr lang="en-US" dirty="0"/>
          </a:p>
          <a:p>
            <a:r>
              <a:rPr lang="en-US" dirty="0"/>
              <a:t>Multiple linear regression with 2 quantitative explanatory variables – </a:t>
            </a:r>
            <a:r>
              <a:rPr lang="en-US" dirty="0" err="1"/>
              <a:t>overall_score</a:t>
            </a:r>
            <a:r>
              <a:rPr lang="en-US" dirty="0"/>
              <a:t> versus </a:t>
            </a:r>
            <a:r>
              <a:rPr lang="en-US" dirty="0" err="1"/>
              <a:t>study_hours</a:t>
            </a:r>
            <a:r>
              <a:rPr lang="en-US" dirty="0"/>
              <a:t> and </a:t>
            </a:r>
            <a:r>
              <a:rPr lang="en-US" dirty="0" err="1"/>
              <a:t>attendance_percentage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Logistic Regression Models - </a:t>
            </a:r>
            <a:r>
              <a:rPr lang="en-US" dirty="0"/>
              <a:t>target is Grade “A”</a:t>
            </a:r>
            <a:endParaRPr lang="en-US" b="1" dirty="0"/>
          </a:p>
          <a:p>
            <a:r>
              <a:rPr lang="en-US" dirty="0"/>
              <a:t>“A” Grade vs Study Hours</a:t>
            </a:r>
          </a:p>
          <a:p>
            <a:r>
              <a:rPr lang="en-US" dirty="0"/>
              <a:t>“A” Grade vs Parent Education &amp; Internet Access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6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5780-CA35-F427-1222-68BF35D3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3C8D4-51FB-39F4-6975-660B37C22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Linear Regression:</a:t>
            </a:r>
          </a:p>
          <a:p>
            <a:r>
              <a:rPr lang="en-US" dirty="0"/>
              <a:t>MSE and R squared</a:t>
            </a:r>
          </a:p>
          <a:p>
            <a:r>
              <a:rPr lang="en-US" dirty="0"/>
              <a:t>Scatter Plot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Logistic Regression:</a:t>
            </a:r>
          </a:p>
          <a:p>
            <a:r>
              <a:rPr lang="en-US" dirty="0"/>
              <a:t>Confusion Matrix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Overfitting and Underfitting Analysis</a:t>
            </a:r>
          </a:p>
        </p:txBody>
      </p:sp>
    </p:spTree>
    <p:extLst>
      <p:ext uri="{BB962C8B-B14F-4D97-AF65-F5344CB8AC3E}">
        <p14:creationId xmlns:p14="http://schemas.microsoft.com/office/powerpoint/2010/main" val="553314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657E-076E-0281-461B-CE2BD711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E3AB6-D59C-F8AD-3561-1AD24A9E4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most useful </a:t>
            </a:r>
            <a:r>
              <a:rPr lang="en-US" dirty="0">
                <a:highlight>
                  <a:srgbClr val="FFFF00"/>
                </a:highlight>
              </a:rPr>
              <a:t>predictors of </a:t>
            </a:r>
            <a:r>
              <a:rPr lang="en-US" dirty="0" err="1">
                <a:highlight>
                  <a:srgbClr val="FFFF00"/>
                </a:highlight>
              </a:rPr>
              <a:t>overall_test</a:t>
            </a:r>
            <a:r>
              <a:rPr lang="en-US" dirty="0">
                <a:highlight>
                  <a:srgbClr val="FFFF00"/>
                </a:highlight>
              </a:rPr>
              <a:t> score </a:t>
            </a:r>
            <a:r>
              <a:rPr lang="en-US" dirty="0"/>
              <a:t>is </a:t>
            </a:r>
            <a:r>
              <a:rPr lang="en-US" b="1" dirty="0" err="1"/>
              <a:t>study_hours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attendance_percentage</a:t>
            </a:r>
            <a:r>
              <a:rPr lang="en-US" b="1" dirty="0"/>
              <a:t> </a:t>
            </a:r>
            <a:r>
              <a:rPr lang="en-US" dirty="0"/>
              <a:t>and the analysis recommends that more studying and better attendance improves test scores.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Multiple Linear Regression Equation: </a:t>
            </a:r>
          </a:p>
          <a:p>
            <a:pPr algn="ctr"/>
            <a:r>
              <a:rPr lang="en-US" sz="2000" dirty="0" err="1"/>
              <a:t>overall_score</a:t>
            </a:r>
            <a:r>
              <a:rPr lang="en-US" sz="2000" dirty="0"/>
              <a:t> = (17.21 * </a:t>
            </a:r>
            <a:r>
              <a:rPr lang="en-US" sz="2000" dirty="0" err="1"/>
              <a:t>study_hours</a:t>
            </a:r>
            <a:r>
              <a:rPr lang="en-US" sz="2000" dirty="0"/>
              <a:t>) + (5.63 * </a:t>
            </a:r>
            <a:r>
              <a:rPr lang="en-US" sz="2000" dirty="0" err="1"/>
              <a:t>attendance_percentage</a:t>
            </a:r>
            <a:r>
              <a:rPr lang="en-US" sz="2000" dirty="0"/>
              <a:t>) + 64.06</a:t>
            </a:r>
          </a:p>
          <a:p>
            <a:pPr algn="ctr"/>
            <a:endParaRPr lang="en-US" sz="2000" dirty="0"/>
          </a:p>
          <a:p>
            <a:r>
              <a:rPr lang="en-US" dirty="0"/>
              <a:t>For raw </a:t>
            </a:r>
            <a:r>
              <a:rPr lang="en-US" dirty="0" err="1"/>
              <a:t>study_hours</a:t>
            </a:r>
            <a:r>
              <a:rPr lang="en-US" dirty="0"/>
              <a:t> = 5.5 and raw </a:t>
            </a:r>
            <a:r>
              <a:rPr lang="en-US" dirty="0" err="1"/>
              <a:t>attendance_percentage</a:t>
            </a:r>
            <a:r>
              <a:rPr lang="en-US" dirty="0"/>
              <a:t> = 85.0: Scaled </a:t>
            </a:r>
            <a:r>
              <a:rPr lang="en-US" dirty="0" err="1"/>
              <a:t>study_hours</a:t>
            </a:r>
            <a:r>
              <a:rPr lang="en-US" dirty="0"/>
              <a:t> = 0.57 Scaled </a:t>
            </a:r>
            <a:r>
              <a:rPr lang="en-US" dirty="0" err="1"/>
              <a:t>attendance_percentage</a:t>
            </a:r>
            <a:r>
              <a:rPr lang="en-US" dirty="0"/>
              <a:t> = 0.69 Predicted </a:t>
            </a:r>
            <a:r>
              <a:rPr lang="en-US" dirty="0" err="1"/>
              <a:t>overall_score</a:t>
            </a:r>
            <a:r>
              <a:rPr lang="en-US" dirty="0"/>
              <a:t> = 77.75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6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8440-0A2E-102B-1911-DB347077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Results on Training and Test Data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331F-967B-A912-F810-5C8242C93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Multiple Linear Regression Model (Training Data):</a:t>
            </a:r>
          </a:p>
          <a:p>
            <a:pPr marL="0" indent="0" algn="ctr">
              <a:buNone/>
            </a:pPr>
            <a:r>
              <a:rPr lang="en-US" dirty="0"/>
              <a:t>R-squared: 0.91		  Mean Squared Error (MSE): 32.72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Multiple Linear Regression Model (Test Data):</a:t>
            </a:r>
          </a:p>
          <a:p>
            <a:pPr marL="0" indent="0" algn="ctr">
              <a:buNone/>
            </a:pPr>
            <a:r>
              <a:rPr lang="en-US" dirty="0"/>
              <a:t>R-squared: 0.91	  Mean Squared Error (MSE): 33.18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62A6D-989A-6D6C-9A70-2BA41C8EA4B7}"/>
              </a:ext>
            </a:extLst>
          </p:cNvPr>
          <p:cNvSpPr txBox="1"/>
          <p:nvPr/>
        </p:nvSpPr>
        <p:spPr>
          <a:xfrm>
            <a:off x="2494722" y="4661452"/>
            <a:ext cx="8090452" cy="920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results MSE and R squared values are robust and similar for training and test data, suggesting a balanced model.</a:t>
            </a:r>
          </a:p>
        </p:txBody>
      </p:sp>
    </p:spTree>
    <p:extLst>
      <p:ext uri="{BB962C8B-B14F-4D97-AF65-F5344CB8AC3E}">
        <p14:creationId xmlns:p14="http://schemas.microsoft.com/office/powerpoint/2010/main" val="334536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1573-53C7-BF71-5D11-143AC82B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Evalutating</a:t>
            </a:r>
            <a:r>
              <a:rPr lang="en-US" dirty="0"/>
              <a:t>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04479-782E-840B-2950-470393877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The amount of variation in the overall score that is explained by the model is 91%.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The average distance between our prediction and the actual overall score is 5.7.  (square root of MSE)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85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F4EA-84B7-9B96-207D-6D24CE1E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0D9255-CABE-58E9-FC82-4913A0AB3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110" y="903514"/>
            <a:ext cx="6555379" cy="538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66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D069-47CB-1306-F087-4B98C827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my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1E354-8E9D-521F-3CE8-7D25C28D7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450"/>
            <a:ext cx="10515600" cy="4713513"/>
          </a:xfrm>
        </p:spPr>
        <p:txBody>
          <a:bodyPr/>
          <a:lstStyle/>
          <a:p>
            <a:r>
              <a:rPr lang="en-US" dirty="0"/>
              <a:t>Generated using Google </a:t>
            </a:r>
            <a:r>
              <a:rPr lang="en-US" dirty="0" err="1"/>
              <a:t>Colab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82C01-3A7D-4670-8F0F-43472C3CB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423" y="2144487"/>
            <a:ext cx="7421113" cy="471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33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793</Words>
  <Application>Microsoft Office PowerPoint</Application>
  <PresentationFormat>Widescreen</PresentationFormat>
  <Paragraphs>114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Student Performance Analysis</vt:lpstr>
      <vt:lpstr>Outline</vt:lpstr>
      <vt:lpstr>Research Question</vt:lpstr>
      <vt:lpstr>Data Source</vt:lpstr>
      <vt:lpstr>PowerPoint Presentation</vt:lpstr>
      <vt:lpstr>Data Prep</vt:lpstr>
      <vt:lpstr>Univariate Analyis</vt:lpstr>
      <vt:lpstr>More Univariate Analysis</vt:lpstr>
      <vt:lpstr>PowerPoint Presentation</vt:lpstr>
      <vt:lpstr>Histograms of scores</vt:lpstr>
      <vt:lpstr>Exploratory Data Analysis</vt:lpstr>
      <vt:lpstr>Box/Violin Plots for Numerical VS Categorical Variables</vt:lpstr>
      <vt:lpstr>The rest….</vt:lpstr>
      <vt:lpstr>Correlation Matric for Numerical Values</vt:lpstr>
      <vt:lpstr>Scatter Plots</vt:lpstr>
      <vt:lpstr>Relationships between Categorical Variables </vt:lpstr>
      <vt:lpstr>Summary of EDA</vt:lpstr>
      <vt:lpstr> Hypothesis Testing for a Correlation:                 Overall Score versus Study Hours </vt:lpstr>
      <vt:lpstr>PowerPoint Presentation</vt:lpstr>
      <vt:lpstr>Machine Learning </vt:lpstr>
      <vt:lpstr>Model Validation</vt:lpstr>
      <vt:lpstr>Conclusion</vt:lpstr>
      <vt:lpstr>Model Results on Training and Test Data Sets</vt:lpstr>
      <vt:lpstr>Evalutating the Model</vt:lpstr>
      <vt:lpstr>PowerPoint Presentation</vt:lpstr>
      <vt:lpstr>Running my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 Miller</dc:creator>
  <cp:lastModifiedBy>Frances Miller</cp:lastModifiedBy>
  <cp:revision>1</cp:revision>
  <dcterms:created xsi:type="dcterms:W3CDTF">2026-03-06T00:09:35Z</dcterms:created>
  <dcterms:modified xsi:type="dcterms:W3CDTF">2026-03-11T11:47:40Z</dcterms:modified>
</cp:coreProperties>
</file>